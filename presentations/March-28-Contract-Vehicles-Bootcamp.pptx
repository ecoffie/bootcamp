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</p:sldIdLst>
  <p:notesMasterIdLst>
    <p:notesMasterId r:id="rId9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notesMaster" Target="notesMasters/notesMaster1.xml"/><Relationship Id="rId98" Type="http://schemas.openxmlformats.org/officeDocument/2006/relationships/presProps" Target="presProps.xml"/><Relationship Id="rId99" Type="http://schemas.openxmlformats.org/officeDocument/2006/relationships/viewProps" Target="viewProps.xml"/><Relationship Id="rId100" Type="http://schemas.openxmlformats.org/officeDocument/2006/relationships/theme" Target="theme/theme1.xml"/><Relationship Id="rId10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5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5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5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6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6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7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7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7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7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7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7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7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7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8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8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8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9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riccoffie/Bootcamp/presentations/march-28-pngs/slide-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95</Slides>
  <Notes>95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Contract Vehicles Bootcamp - March 28, 2026</dc:title>
  <dc:subject>Master IDIQs, GWACs, Qualifications &amp; Team Building</dc:subject>
  <dc:creator>GovCon Giants</dc:creator>
  <cp:lastModifiedBy>GovCon Giants</cp:lastModifiedBy>
  <cp:revision>1</cp:revision>
  <dcterms:created xsi:type="dcterms:W3CDTF">2026-03-28T03:56:05Z</dcterms:created>
  <dcterms:modified xsi:type="dcterms:W3CDTF">2026-03-28T03:56:05Z</dcterms:modified>
</cp:coreProperties>
</file>